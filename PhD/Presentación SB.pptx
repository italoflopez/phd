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alo Fidel López Guerrero" userId="ecaacb8c-bab0-4f44-846a-e7c04a24de71" providerId="ADAL" clId="{E94C46DC-44A3-45AB-A36A-D1FDA6FBF93F}"/>
    <pc:docChg chg="addSld modSld">
      <pc:chgData name="Italo Fidel López Guerrero" userId="ecaacb8c-bab0-4f44-846a-e7c04a24de71" providerId="ADAL" clId="{E94C46DC-44A3-45AB-A36A-D1FDA6FBF93F}" dt="2022-09-22T14:25:49.028" v="196" actId="20577"/>
      <pc:docMkLst>
        <pc:docMk/>
      </pc:docMkLst>
      <pc:sldChg chg="modSp mod">
        <pc:chgData name="Italo Fidel López Guerrero" userId="ecaacb8c-bab0-4f44-846a-e7c04a24de71" providerId="ADAL" clId="{E94C46DC-44A3-45AB-A36A-D1FDA6FBF93F}" dt="2022-09-22T14:24:52.581" v="135" actId="20577"/>
        <pc:sldMkLst>
          <pc:docMk/>
          <pc:sldMk cId="1662039189" sldId="256"/>
        </pc:sldMkLst>
        <pc:spChg chg="mod">
          <ac:chgData name="Italo Fidel López Guerrero" userId="ecaacb8c-bab0-4f44-846a-e7c04a24de71" providerId="ADAL" clId="{E94C46DC-44A3-45AB-A36A-D1FDA6FBF93F}" dt="2022-09-22T14:24:52.581" v="135" actId="20577"/>
          <ac:spMkLst>
            <pc:docMk/>
            <pc:sldMk cId="1662039189" sldId="256"/>
            <ac:spMk id="2" creationId="{EB5AE938-0CFB-753E-1072-547B5E91DB03}"/>
          </ac:spMkLst>
        </pc:spChg>
      </pc:sldChg>
      <pc:sldChg chg="modSp new mod">
        <pc:chgData name="Italo Fidel López Guerrero" userId="ecaacb8c-bab0-4f44-846a-e7c04a24de71" providerId="ADAL" clId="{E94C46DC-44A3-45AB-A36A-D1FDA6FBF93F}" dt="2022-09-22T14:25:49.028" v="196" actId="20577"/>
        <pc:sldMkLst>
          <pc:docMk/>
          <pc:sldMk cId="989514936" sldId="257"/>
        </pc:sldMkLst>
        <pc:spChg chg="mod">
          <ac:chgData name="Italo Fidel López Guerrero" userId="ecaacb8c-bab0-4f44-846a-e7c04a24de71" providerId="ADAL" clId="{E94C46DC-44A3-45AB-A36A-D1FDA6FBF93F}" dt="2022-09-22T14:22:51.945" v="7" actId="20577"/>
          <ac:spMkLst>
            <pc:docMk/>
            <pc:sldMk cId="989514936" sldId="257"/>
            <ac:spMk id="2" creationId="{DDEDA746-0C15-0884-4E3F-6AAD714407D5}"/>
          </ac:spMkLst>
        </pc:spChg>
        <pc:spChg chg="mod">
          <ac:chgData name="Italo Fidel López Guerrero" userId="ecaacb8c-bab0-4f44-846a-e7c04a24de71" providerId="ADAL" clId="{E94C46DC-44A3-45AB-A36A-D1FDA6FBF93F}" dt="2022-09-22T14:25:49.028" v="196" actId="20577"/>
          <ac:spMkLst>
            <pc:docMk/>
            <pc:sldMk cId="989514936" sldId="257"/>
            <ac:spMk id="3" creationId="{2EFEA178-787B-E02E-0EC3-C859DE0CC46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2FC13-4D7A-CC76-9E59-5033FEAAB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C42A49-9B08-7F40-F60A-C558D333C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7E00B1-462A-4B9B-85C1-A1C53E30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D52A70-86E2-B5BF-D1A5-43B22059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A754CB-9D4E-E231-8417-104E6119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2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664EB-17C6-32F4-3AEC-B31F8CC4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D9580-02F5-5E0C-6327-EE8E143B0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4F020C-3DF1-C744-03F5-9BADA611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854A98-4762-38C7-F91B-2A47EFB0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370988-DFFA-F517-0C58-C3BE9EE1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19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3F71F-6607-2414-4B9A-202A844AA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238CB5-CC2D-36EB-4AE6-E3BFF5F98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31F49B-BA39-F937-DDFE-A3759329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C30859-44DF-4065-B154-E7B5308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0D22D3-4025-1C06-6F21-6B3B8CB1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1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500B2-72FC-FDC0-1C08-37325941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86F438-4E1C-D066-50BE-2090B3D34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64779B-A79B-FE76-46F7-01FBDEFA1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E19575-175C-0332-2A0A-24FF844E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075E60-D019-38F7-3546-75D433C68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A25618-B918-E1E2-8610-06275BB3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57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176F9-4618-D0FE-79C0-063612B0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657F96-7909-E9F0-F8BB-57D3490C5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C24750-6EA7-4FD6-FD60-A7C89E266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44ADD4-9CAB-D551-B419-FE4ED001C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62B053-B131-F69D-85CF-746A5CBEA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990EF5-7A17-CC75-F06A-D5D5842D3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C647A4-D87E-F7CE-7E39-7540FC68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EFEEBB3-7344-FEB6-3C49-2D4A61CE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2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38118-91FC-76FC-A0C4-93C03345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4163C2-4688-7E35-F34E-C515609A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BFB840-DAB9-749A-106F-A25B7795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C648DB-63BC-8A66-E2E3-DD60486F9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5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A4930D-0729-111C-EFF8-4ABA11AE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A353C1-9C25-1841-19D3-0DD6F46F3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2972E1-5E9E-97C0-C9AB-E485F434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BF196-EFA1-8A25-C0D0-9C651E15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6E415A-1B62-09EB-8AD4-0DEC79E7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59FDFD-F4E4-E772-5F42-0F1B18B3F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8BB56F-10BE-E40E-72B5-F50452B8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8B801F-4906-8286-5D1E-50781322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C0F8B7-8443-E9EC-DC8A-1DD93592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5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7B3E8-B13B-E64C-C3F3-EF8B14D81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9BF66E-43B5-C140-00EC-C0C6B9004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617D91-E990-2464-6866-9C9CEC4E6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314C74-FE42-9DC2-4751-28F58572D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53AE72-722D-84C4-F439-98B281AAE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AB6569-B851-65B0-24DB-01658623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7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CAF14-29A0-806D-6DAE-B68C0827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FC5F9D-A1EE-342B-4AF0-95D02316B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B4EB72-3A7B-5BC9-A57B-726F185C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EA764A-4D9C-B901-8C66-13A822C0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5B871C-C1C0-619D-FB5A-0F4EE0D12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3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4F6B6F-DB08-F2AA-2217-AD6A8DBB7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E3A4E7-858E-E140-4C8C-7886FAF4C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F0BEF7-C251-F77E-2CCE-EB1886008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6E3C6-A58C-D7F3-7503-0D073FB8D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24B667-771C-2EF4-41A9-2DC6E12B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0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97FC93-4AD1-7753-45A4-732E7534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F2B76C-D917-60D6-9A60-A96381506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76EBC7-F7C6-EF83-0757-489DDD993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09EF1-D431-4F09-A65B-1F795092CF2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058A5F-5333-2C67-B900-BC0A8BFDF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5527BD-11B0-DE99-45B7-E26F30B31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5D4F2-04CC-4AF9-A40F-767A3BF736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1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AE938-0CFB-753E-1072-547B5E91D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DO" dirty="0"/>
              <a:t>Causal </a:t>
            </a:r>
            <a:r>
              <a:rPr lang="es-DO" dirty="0" err="1"/>
              <a:t>effects</a:t>
            </a:r>
            <a:r>
              <a:rPr lang="es-DO" dirty="0"/>
              <a:t> </a:t>
            </a:r>
            <a:r>
              <a:rPr lang="es-DO" dirty="0" err="1"/>
              <a:t>of</a:t>
            </a:r>
            <a:r>
              <a:rPr lang="es-DO" dirty="0"/>
              <a:t> </a:t>
            </a:r>
            <a:r>
              <a:rPr lang="es-DO" dirty="0" err="1"/>
              <a:t>Economic</a:t>
            </a:r>
            <a:r>
              <a:rPr lang="es-DO" dirty="0"/>
              <a:t> </a:t>
            </a:r>
            <a:r>
              <a:rPr lang="es-DO" dirty="0" err="1"/>
              <a:t>Policy</a:t>
            </a:r>
            <a:r>
              <a:rPr lang="es-DO" dirty="0"/>
              <a:t> </a:t>
            </a:r>
            <a:r>
              <a:rPr lang="es-DO" dirty="0" err="1"/>
              <a:t>on</a:t>
            </a:r>
            <a:r>
              <a:rPr lang="es-DO" dirty="0"/>
              <a:t> </a:t>
            </a:r>
            <a:r>
              <a:rPr lang="es-DO" dirty="0" err="1"/>
              <a:t>the</a:t>
            </a:r>
            <a:r>
              <a:rPr lang="es-DO" dirty="0"/>
              <a:t> Bond </a:t>
            </a:r>
            <a:r>
              <a:rPr lang="es-DO" dirty="0" err="1"/>
              <a:t>Market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129430-739B-3311-A91F-B0DB6B4FB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DO" dirty="0"/>
              <a:t>Superintendencia de Bancos de la República Dominicana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039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746-0C15-0884-4E3F-6AAD7144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DO" dirty="0" err="1"/>
              <a:t>Outline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FEA178-787B-E02E-0EC3-C859DE0CC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DO" dirty="0" err="1"/>
              <a:t>Simultaneous</a:t>
            </a:r>
            <a:r>
              <a:rPr lang="es-DO" dirty="0"/>
              <a:t> </a:t>
            </a:r>
            <a:r>
              <a:rPr lang="es-DO" dirty="0" err="1"/>
              <a:t>Equation</a:t>
            </a:r>
            <a:r>
              <a:rPr lang="es-DO" dirty="0"/>
              <a:t> </a:t>
            </a:r>
            <a:r>
              <a:rPr lang="es-DO" dirty="0" err="1"/>
              <a:t>Model</a:t>
            </a:r>
            <a:endParaRPr lang="es-DO" dirty="0"/>
          </a:p>
          <a:p>
            <a:r>
              <a:rPr lang="es-DO" dirty="0" err="1"/>
              <a:t>Generalized</a:t>
            </a:r>
            <a:r>
              <a:rPr lang="es-DO" dirty="0"/>
              <a:t> </a:t>
            </a:r>
            <a:r>
              <a:rPr lang="es-DO" dirty="0" err="1"/>
              <a:t>Method</a:t>
            </a:r>
            <a:r>
              <a:rPr lang="es-DO" dirty="0"/>
              <a:t> </a:t>
            </a:r>
            <a:r>
              <a:rPr lang="es-DO" dirty="0" err="1"/>
              <a:t>of</a:t>
            </a:r>
            <a:r>
              <a:rPr lang="es-DO" dirty="0"/>
              <a:t> </a:t>
            </a:r>
            <a:r>
              <a:rPr lang="es-DO" dirty="0" err="1"/>
              <a:t>Moments</a:t>
            </a:r>
            <a:endParaRPr lang="es-DO" dirty="0"/>
          </a:p>
          <a:p>
            <a:r>
              <a:rPr lang="es-DO" dirty="0" err="1"/>
              <a:t>Structural</a:t>
            </a:r>
            <a:r>
              <a:rPr lang="es-DO" dirty="0"/>
              <a:t> Vector </a:t>
            </a:r>
            <a:r>
              <a:rPr lang="es-DO" dirty="0" err="1"/>
              <a:t>Autorregresions</a:t>
            </a:r>
            <a:endParaRPr lang="es-DO" dirty="0"/>
          </a:p>
          <a:p>
            <a:r>
              <a:rPr lang="es-DO" dirty="0" err="1"/>
              <a:t>Structural</a:t>
            </a:r>
            <a:r>
              <a:rPr lang="es-DO" dirty="0"/>
              <a:t> Dynamic Factor </a:t>
            </a:r>
            <a:r>
              <a:rPr lang="es-DO" dirty="0" err="1"/>
              <a:t>Models</a:t>
            </a:r>
            <a:endParaRPr lang="es-DO" dirty="0"/>
          </a:p>
          <a:p>
            <a:r>
              <a:rPr lang="es-DO" dirty="0" err="1"/>
              <a:t>The</a:t>
            </a:r>
            <a:r>
              <a:rPr lang="es-DO" dirty="0"/>
              <a:t> </a:t>
            </a:r>
            <a:r>
              <a:rPr lang="es-DO" dirty="0" err="1"/>
              <a:t>Yield</a:t>
            </a:r>
            <a:r>
              <a:rPr lang="es-DO" dirty="0"/>
              <a:t> Curve </a:t>
            </a:r>
            <a:r>
              <a:rPr lang="es-DO" dirty="0" err="1"/>
              <a:t>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149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</Words>
  <Application>Microsoft Office PowerPoint</Application>
  <PresentationFormat>Panorámica</PresentationFormat>
  <Paragraphs>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Causal effects of Economic Policy on the Bond Market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effects of Economic Policy</dc:title>
  <dc:creator>Italo Fidel López Guerrero</dc:creator>
  <cp:lastModifiedBy>Italo Fidel López Guerrero</cp:lastModifiedBy>
  <cp:revision>1</cp:revision>
  <dcterms:created xsi:type="dcterms:W3CDTF">2022-09-22T14:19:21Z</dcterms:created>
  <dcterms:modified xsi:type="dcterms:W3CDTF">2022-09-22T14:25:57Z</dcterms:modified>
</cp:coreProperties>
</file>